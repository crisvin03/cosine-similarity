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9"/>
                </a:solidFill>
              </a:defRPr>
            </a:pPr>
            <a:r>
              <a:t>Application of Cosine Similarity Algorithm</a:t>
            </a:r>
          </a:p>
          <a:p>
            <a:r>
              <a:t>in Information Retrieval and Text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33333"/>
                </a:solidFill>
              </a:defRPr>
            </a:pPr>
            <a:r>
              <a:t>CC 104 - Data Structures and Algorithms</a:t>
            </a:r>
          </a:p>
          <a:p>
            <a:r>
              <a:t>Sorsogon State University - Bulan Campus</a:t>
            </a:r>
          </a:p>
          <a:p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is Cosine Similarity?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Mathematical Formula: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cosine_similarity(A, B) = (A · B) / (||A|| × ||B||)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Why is it important?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Applications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Algorithm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Core Components: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Dot Product Calculation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Vector Magnitude (Euclidean Norm)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Cosine Similarity Formula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Properties: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Scale-invariant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Range: -1 to 1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Angle-based measurement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Mathematical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Vector Space Model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Term-Document Matrix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TF-IDF Weighting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Visual representation of vectors in 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Implementation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Programming Language: Python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Features: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Numerical vector similarity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Text document similarity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Recommendation system example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Code Structure: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CosineSimilarity class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Modular design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Well-documented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Demonstration 1 - Numerical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 1: Identical vectors (similarity = 1.0)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 2: Orthogonal vectors (similarity = 0.0)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 3: Proportional vectors (similarity = 1.0)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 4: Different vectors (similarity = 0.9746)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Insight: Scale-invariance property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Demonstration 2 - Text Document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Problem: Comparing text documents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Solution: Convert text to vectors using term frequency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Comparing 4 documents about AI/ML and Python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Results: Similarity matrix showing pairwise comparisons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Application: Document clustering, plagiarism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Demonstration 3 - Recommendation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Problem: Recommend items to users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Solution: Find similar users using cosine similarity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Movie recommendation based on user ratings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Results: Identified most similar user (Eve, similarity = 0.9845)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Application: E-commerce, content platforms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Applications in Real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Search Engines - Ranking search results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Plagiarism Detection - Academic integrity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Recommendation Systems - E-commerce, streaming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Document Clustering - Organizing large collections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5. Social Media - Content recommendation, trend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Scale-invariant (handles different document lengths)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Computationally efficient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Works well with high-dimensional sparse vectors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Normalized output (-1 to 1)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Widely used and well-understood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Challenges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High-dimensional sparsity issues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Semantic limitations (bag-of-words)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Computational complexity at scale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Domain-specific adaptations needed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Solutions: Word embeddings, dimensionality reduction, distributed computing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Literature Review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Domain: Information Retrieval and Text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Findings: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Cosine similarity is fundamental in IR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Effective for document similarity and clustering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Widely used in recommendation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Integration with modern NLP techniques (embeddings)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Research Gaps: Multilingual applications, real-time processing, deep learning integration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Code Quality and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Features: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Well-documented with clear comments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Modular class-based design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Error handling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Type hints for clarity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Multiple demonstration examples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Best Practices: Follows Python conventions, readable code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Results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Numerical Vectors: Successfully demonstrates basic cosine similarity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Text Documents: Effectively compares documents of varying lengths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Recommendation System: Identifies similar users accurately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Performance: Efficient computation, handles edge cases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Future Work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Integration with semantic embeddings (Word2Vec, BERT)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Scalability improvements for large datasets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Multilingual and cross-lingual applications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Hybrid approaches combining multiple similarity metrics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5. Real-time processing optimizations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Cosine similarity is a fundamental algorithm in information retrieval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Effective for various applications: search, recommendations, text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Our implementation demonstrates core concepts with practical examples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Well-documented code ready for extension and improvement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Takeaway: Simple yet powerful algorithm with wide-ranging applications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Thank you for your attention!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66CC"/>
                </a:solidFill>
              </a:defRPr>
            </a:pPr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